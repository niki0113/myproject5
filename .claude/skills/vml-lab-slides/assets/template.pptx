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8"/>
  </p:notes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95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9DED1-B318-4257-9D16-B78C461D723E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1AEA4-00AA-43CA-BAF6-D9193AF03A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80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kumimoji="1"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0E6B-4BB1-4271-8845-BA9C3C8A619E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027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46860-368A-46B3-91AE-1EFDCE46A6F8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79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853-CB38-48F5-9108-85F01A3BEF23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21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13168-3286-46CE-9D8E-9F825EDE154C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20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B49C8-7237-4C28-89B4-4169268767AD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17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7773-5C02-4D8B-AD27-EB0775BD9982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382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D070-DA38-4AF4-BF9F-E9F27788DC0D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81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3C21-D990-4F80-A9D0-9B2B0E171534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47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5258-D011-4E97-BAAA-DE9DDB375E05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6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66A17-C47F-437F-BD9D-C88BA077159B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13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478A3-1BFB-4A9A-A22B-2BBA94D1875A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696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6260D-9BC0-4AC3-B908-D667E2AF3F6F}" type="datetime1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1DCAA-373B-405C-9828-CC1EDAA611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85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kumimoji="1"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kumimoji="1"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kumimoji="1"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kumimoji="1"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UI" panose="020F0302020204030204"/>
        <a:ea typeface=""/>
        <a:cs typeface=""/>
        <a:font script="Jpan" typeface="Yu Gothic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 panose="020F0502020204030204"/>
        <a:ea typeface=""/>
        <a:cs typeface=""/>
        <a:font script="Jpan" typeface="Yu Gothic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2026-10-26T00:00:00Z</dcterms:created>
  <dcterms:modified xsi:type="dcterms:W3CDTF">2026-10-26T00:00:00Z</dcterms:modified>
  <cp:lastModifiedBy/>
</cp:coreProperties>
</file>